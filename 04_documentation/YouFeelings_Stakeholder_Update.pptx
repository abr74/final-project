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on the hybrid recommender rebuild. Headline: the model is no longer a prototype on 12 channels — it now runs on 7 real users and 300 channels, with a personalization bug fixed and evaluation that previously did not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is measured, not projected. The 166-channel overlap figure is the one that matters for collaborative filtering — previously it was effectively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consequential finding of the summer. The product claim and the implementation had diverged. It is now fixed and demonstrated on contrasting user profiles.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component had a specific defect or gap. All four are addressed. The NCF leak is worth calling out: metrics were pinning at exactly 1.000, which is a bug signature, not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scraper saving is what made the 25x channel expansion feasible within a student API quota. Privacy handling is worth noting given we collected data from real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Presenting these directly is deliberate. Each is a data constraint we can name precisely, which is stronger than a headline metric we cannot defend under questioning.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is being done manually first, with screenshots, per Ashab's request — scripted tests follow for the cases that support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concrete asks: annotation scope, the IP pointer, and help reaching more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8408" y="1051560"/>
            <a:ext cx="4754880" cy="1958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2918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 UPDATE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37033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 Rebuild — Summer Progress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0" y="45262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Prepared for  Prof. Jeff Salvage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4937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Samyak Dubey  ·  Ashab Rahman   |   CI 493  ·  Drexel University  ·  August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9728" cy="1097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93776" y="1078992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of the Rebuild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Stakeholder Update  ·  August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1305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→ 7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94360" y="28072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participants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+133%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19272" y="18745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10712" y="21305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→ 300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410712" y="28072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universe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10712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25×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35624" y="18745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27064" y="21305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6.5k → 28.5k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227064" y="28072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comments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27064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4.4×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951976" y="18745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43416" y="21305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0.29 → 0.94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043416" y="28072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fidelity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43416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3.2×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" y="3977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Supporting detail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315968"/>
            <a:ext cx="11201400" cy="40233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1596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history ingested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54880" y="431596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97,978 rows across 7 participants (was 41,036 across 3)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47183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Distinct channels observed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754880" y="471830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40,594 (top 300 selected as the recommendable universe)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5120640"/>
            <a:ext cx="11201400" cy="40233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1206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Channels with 2+ user overlap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754880" y="512064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 — the collaborative signal NCF can actually learn from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55229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Channels with aspect scores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54880" y="5522976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 of 300 (39 returned no comments after cleaning)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9728" cy="1097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IMPORTANT FINDING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93776" y="1078992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Was Not Actually Personalizing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Stakeholder Update  ·  August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48716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fusion layer scored every channel using a single per-channel average (bert_overall) — identical for every user. 40% of every recommendation was a constant.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4015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aspect-based personalization — the core novelty of the product — was not implemented.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18288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5740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944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92240" y="248716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per-user aspect preference profile, derived from how the channels a user watches deviate from the global average — then matched against each candidate channel.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2240" y="34015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explanations now differ by user, and the stated reason is true.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292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on two contrasting profiles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02920" y="4709160"/>
            <a:ext cx="112014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6"/>
          <p:cNvSpPr/>
          <p:nvPr/>
        </p:nvSpPr>
        <p:spPr>
          <a:xfrm>
            <a:off x="658368" y="4709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Education-heavy viewer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38912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informativeness 0.61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772400" y="4709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Vsauce, Fireship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02920" y="5166360"/>
            <a:ext cx="11201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658368" y="5166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Entertainment-heavy viewer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389120" y="5166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entertainment 0.45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772400" y="5166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set entirely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502920" y="5623560"/>
            <a:ext cx="11201400" cy="45720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28" name="Text 24"/>
          <p:cNvSpPr/>
          <p:nvPr/>
        </p:nvSpPr>
        <p:spPr>
          <a:xfrm>
            <a:off x="658368" y="5623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old code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389120" y="5623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identical for both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772400" y="5623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MrBeast recommended to both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9728" cy="1097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MODEL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93776" y="1078992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Improvements by Component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Stakeholder Update  ·  August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84832"/>
            <a:ext cx="566928" cy="566928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1284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103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— Aspect Sentiment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77240" y="2761488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was blocked by a code defect (data loaders unreachable). Fixed, retrained on GPU. Now reports per-aspect F1 and an honest metric that excludes the dominant 'none' class.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82880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92240" y="2084832"/>
            <a:ext cx="566928" cy="566928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21284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103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NCF — Collaborative Filtering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537960" y="2761488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no evaluation at all. Added leave-one-out HR@K / NDCG@K against a popularity baseline — and caught a train/test leak that was inflating results to a perfect 1.000.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" y="406908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31520" y="4325112"/>
            <a:ext cx="566928" cy="566928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45312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4343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Content-Based Filtering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777240" y="5001768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 category-share stand-in (which covered only 12 of 261 channels) with TF-IDF over channel metadata, as the SRS specifies. Now covers the full catalog.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63640" y="406908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92240" y="4325112"/>
            <a:ext cx="566928" cy="566928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453128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23760" y="4343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Fusion Layer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537960" y="5001768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aspect profiling, score normalization before weighting, reliability weighting per aspect, and graceful degradation when a signal is unavailable.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9728" cy="1097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93776" y="1078992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&amp; Data Collection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Stakeholder Update  ·  August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" y="197510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Scraper efficiency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58952" y="234086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 the collection route: 1,206 API quota units instead of ~30,000 — a 25× saving. All 300 channels collected in one day rather than three.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" y="3483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Participant privacy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58952" y="384962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histories are pseudonymized at ingest (user_001…), with the identity map held outside the training data. Duplicate submissions detected and removed by content hash.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846320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" y="49926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 layer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8952" y="535838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compact artifacts (306 KB total) sized for fast cold start, with synthetic users excluded from anything served.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3952" y="197510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 start solved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73952" y="234086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first-time visitor has no collaborative history. Their taste profile is built from their own upload and the missing signal's weight is redistributed — no fabricated data.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337560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3952" y="3483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 in parallel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73952" y="384962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pipeline runs on separate cloud resources alongside the existing one, so the current system is never at risk and the two can be compared.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4846320"/>
            <a:ext cx="5440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73952" y="49926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Backups &amp; recovery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73952" y="535838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backup of all deployed code and prior model artifacts; storage versioning enabled so overwrites are now recoverable.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9728" cy="1097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ARE NOT CLAIMING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93776" y="1078992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Stakeholder Update  ·  August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reported deliberately. Each is a data limitation, not a defect in the system.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5440680" cy="1691640"/>
          </a:xfrm>
          <a:prstGeom prst="rect">
            <a:avLst/>
          </a:prstGeom>
          <a:solidFill>
            <a:srgbClr val="FFFDF5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1401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61288" y="235915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labels are the ceiling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798064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came from a rule-based generator, not human annotation. It produced no 'neutral' examples at all and only 33 for one aspect — so the model cannot learn those categories regardless of training time. Model quality now depends on annotation, not engineering.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2194560"/>
            <a:ext cx="5440680" cy="1691640"/>
          </a:xfrm>
          <a:prstGeom prst="rect">
            <a:avLst/>
          </a:prstGeom>
          <a:solidFill>
            <a:srgbClr val="FFFDF5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41401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22008" y="235915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participant sample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37960" y="2798064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 on 7 real users is directional only; the error bars are wide. We report it with that caveat rather than as a headline accuracy figure.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02920" y="4087368"/>
            <a:ext cx="5440680" cy="1691640"/>
          </a:xfrm>
          <a:prstGeom prst="rect">
            <a:avLst/>
          </a:prstGeom>
          <a:solidFill>
            <a:srgbClr val="FFFDF5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30682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61288" y="42519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regime is favourable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77240" y="469087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popularity-only baseline also scores highly, which indicates the current test is easy given how densely our participants' viewing overlaps. Harder evaluation is a next step.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4087368"/>
            <a:ext cx="5440680" cy="1691640"/>
          </a:xfrm>
          <a:prstGeom prst="rect">
            <a:avLst/>
          </a:prstGeom>
          <a:solidFill>
            <a:srgbClr val="FFFDF5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30682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22008" y="42519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scores not yet validated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37960" y="469087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across 261 channels come from a model trained on 12. They are usable for ranking; we do not present them as validated sentiment.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9728" cy="1097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NOW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93776" y="1078992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Work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Stakeholder Update  ·  August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566928" cy="566928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19385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Deploying the new 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3225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cloud deployment is created and configured. Currently resolving a permissions issue on the new functions so they can run and log correctly.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66960" y="19385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37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889504"/>
            <a:ext cx="1120140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35808"/>
            <a:ext cx="566928" cy="566928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35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296265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testing with Ashab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467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through his system test list manually, capturing screenshots and writing up results as test documentation. Automated scripts to follow for the cases that support it.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66960" y="29626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37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913632"/>
            <a:ext cx="1120140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059936"/>
            <a:ext cx="566928" cy="566928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59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39867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annotation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3708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a stratified sample of comments for Ashab and me to label independently, with a shared subset to measure inter-annotator agreement. This is the binding constraint on model quality.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0" y="39867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937760"/>
            <a:ext cx="1120140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084064"/>
            <a:ext cx="566928" cy="566928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084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63040" y="5010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alignment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5394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the SRS and design documents to match the delivered system — new figures, and removing limitations we have now resolved.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966960" y="50109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4672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would value your input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468880"/>
            <a:ext cx="731520" cy="731520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26334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Annotation scope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E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labeled comments would you consider sufficient for the final report — and is a two-annotator agreement study the right level of rigour here?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214884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0" y="2468880"/>
            <a:ext cx="731520" cy="731520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26334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Intellectual property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3886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E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like a pointer to the right office at Drexel regarding protecting the work, given the aspect-profiling method.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214884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26880" y="2468880"/>
            <a:ext cx="731520" cy="731520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26334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Participant recruitment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3886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E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participants limits what we can claim statistically. Any avenue for reaching more would materially improve the evaluation.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happy to walk through any of this in detail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0" y="60533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Samyak Dubey  ·  samyakdubeyusa@gmail.com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YouFeelings — Stakeholder Update</dc:title>
  <dc:subject>PptxGenJS Presentation</dc:subject>
  <dc:creator>Samyak Dubey</dc:creator>
  <cp:lastModifiedBy>Samyak Dubey</cp:lastModifiedBy>
  <cp:revision>1</cp:revision>
  <dcterms:created xsi:type="dcterms:W3CDTF">2026-08-04T19:45:45Z</dcterms:created>
  <dcterms:modified xsi:type="dcterms:W3CDTF">2026-08-04T19:45:45Z</dcterms:modified>
</cp:coreProperties>
</file>